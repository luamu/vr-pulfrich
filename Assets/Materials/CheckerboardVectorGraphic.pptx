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906000" cy="990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07" autoAdjust="0"/>
    <p:restoredTop sz="94660"/>
  </p:normalViewPr>
  <p:slideViewPr>
    <p:cSldViewPr snapToGrid="0">
      <p:cViewPr varScale="1">
        <p:scale>
          <a:sx n="73" d="100"/>
          <a:sy n="73" d="100"/>
        </p:scale>
        <p:origin x="1398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621191"/>
            <a:ext cx="8420100" cy="3448756"/>
          </a:xfrm>
        </p:spPr>
        <p:txBody>
          <a:bodyPr anchor="b"/>
          <a:lstStyle>
            <a:lvl1pPr algn="ctr">
              <a:defRPr sz="65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5202944"/>
            <a:ext cx="7429500" cy="2391656"/>
          </a:xfrm>
        </p:spPr>
        <p:txBody>
          <a:bodyPr/>
          <a:lstStyle>
            <a:lvl1pPr marL="0" indent="0" algn="ctr">
              <a:buNone/>
              <a:defRPr sz="2600"/>
            </a:lvl1pPr>
            <a:lvl2pPr marL="495285" indent="0" algn="ctr">
              <a:buNone/>
              <a:defRPr sz="2167"/>
            </a:lvl2pPr>
            <a:lvl3pPr marL="990570" indent="0" algn="ctr">
              <a:buNone/>
              <a:defRPr sz="1950"/>
            </a:lvl3pPr>
            <a:lvl4pPr marL="1485854" indent="0" algn="ctr">
              <a:buNone/>
              <a:defRPr sz="1733"/>
            </a:lvl4pPr>
            <a:lvl5pPr marL="1981139" indent="0" algn="ctr">
              <a:buNone/>
              <a:defRPr sz="1733"/>
            </a:lvl5pPr>
            <a:lvl6pPr marL="2476424" indent="0" algn="ctr">
              <a:buNone/>
              <a:defRPr sz="1733"/>
            </a:lvl6pPr>
            <a:lvl7pPr marL="2971709" indent="0" algn="ctr">
              <a:buNone/>
              <a:defRPr sz="1733"/>
            </a:lvl7pPr>
            <a:lvl8pPr marL="3466993" indent="0" algn="ctr">
              <a:buNone/>
              <a:defRPr sz="1733"/>
            </a:lvl8pPr>
            <a:lvl9pPr marL="3962278" indent="0" algn="ctr">
              <a:buNone/>
              <a:defRPr sz="1733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A4115-F91D-45E3-B37E-AF122C84A7B7}" type="datetimeFigureOut">
              <a:rPr lang="de-DE" smtClean="0"/>
              <a:t>12.01.2026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E2714-B4AE-4373-BC2E-2259CC2CD7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0284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A4115-F91D-45E3-B37E-AF122C84A7B7}" type="datetimeFigureOut">
              <a:rPr lang="de-DE" smtClean="0"/>
              <a:t>12.01.2026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E2714-B4AE-4373-BC2E-2259CC2CD7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54614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2469624"/>
            <a:ext cx="8543925" cy="4120620"/>
          </a:xfrm>
        </p:spPr>
        <p:txBody>
          <a:bodyPr anchor="b"/>
          <a:lstStyle>
            <a:lvl1pPr>
              <a:defRPr sz="65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6629226"/>
            <a:ext cx="8543925" cy="2166937"/>
          </a:xfrm>
        </p:spPr>
        <p:txBody>
          <a:bodyPr/>
          <a:lstStyle>
            <a:lvl1pPr marL="0" indent="0">
              <a:buNone/>
              <a:defRPr sz="2600">
                <a:solidFill>
                  <a:schemeClr val="tx1">
                    <a:tint val="82000"/>
                  </a:schemeClr>
                </a:solidFill>
              </a:defRPr>
            </a:lvl1pPr>
            <a:lvl2pPr marL="495285" indent="0">
              <a:buNone/>
              <a:defRPr sz="2167">
                <a:solidFill>
                  <a:schemeClr val="tx1">
                    <a:tint val="82000"/>
                  </a:schemeClr>
                </a:solidFill>
              </a:defRPr>
            </a:lvl2pPr>
            <a:lvl3pPr marL="990570" indent="0">
              <a:buNone/>
              <a:defRPr sz="1950">
                <a:solidFill>
                  <a:schemeClr val="tx1">
                    <a:tint val="82000"/>
                  </a:schemeClr>
                </a:solidFill>
              </a:defRPr>
            </a:lvl3pPr>
            <a:lvl4pPr marL="1485854" indent="0">
              <a:buNone/>
              <a:defRPr sz="1733">
                <a:solidFill>
                  <a:schemeClr val="tx1">
                    <a:tint val="82000"/>
                  </a:schemeClr>
                </a:solidFill>
              </a:defRPr>
            </a:lvl4pPr>
            <a:lvl5pPr marL="1981139" indent="0">
              <a:buNone/>
              <a:defRPr sz="1733">
                <a:solidFill>
                  <a:schemeClr val="tx1">
                    <a:tint val="82000"/>
                  </a:schemeClr>
                </a:solidFill>
              </a:defRPr>
            </a:lvl5pPr>
            <a:lvl6pPr marL="2476424" indent="0">
              <a:buNone/>
              <a:defRPr sz="1733">
                <a:solidFill>
                  <a:schemeClr val="tx1">
                    <a:tint val="82000"/>
                  </a:schemeClr>
                </a:solidFill>
              </a:defRPr>
            </a:lvl6pPr>
            <a:lvl7pPr marL="2971709" indent="0">
              <a:buNone/>
              <a:defRPr sz="1733">
                <a:solidFill>
                  <a:schemeClr val="tx1">
                    <a:tint val="82000"/>
                  </a:schemeClr>
                </a:solidFill>
              </a:defRPr>
            </a:lvl7pPr>
            <a:lvl8pPr marL="3466993" indent="0">
              <a:buNone/>
              <a:defRPr sz="1733">
                <a:solidFill>
                  <a:schemeClr val="tx1">
                    <a:tint val="82000"/>
                  </a:schemeClr>
                </a:solidFill>
              </a:defRPr>
            </a:lvl8pPr>
            <a:lvl9pPr marL="3962278" indent="0">
              <a:buNone/>
              <a:defRPr sz="17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A4115-F91D-45E3-B37E-AF122C84A7B7}" type="datetimeFigureOut">
              <a:rPr lang="de-DE" smtClean="0"/>
              <a:t>12.01.2026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E2714-B4AE-4373-BC2E-2259CC2CD7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93351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2637014"/>
            <a:ext cx="4210050" cy="628526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2637014"/>
            <a:ext cx="4210050" cy="628526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A4115-F91D-45E3-B37E-AF122C84A7B7}" type="datetimeFigureOut">
              <a:rPr lang="de-DE" smtClean="0"/>
              <a:t>12.01.2026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E2714-B4AE-4373-BC2E-2259CC2CD7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567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527405"/>
            <a:ext cx="8543925" cy="1914702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2428347"/>
            <a:ext cx="4190702" cy="119009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5285" indent="0">
              <a:buNone/>
              <a:defRPr sz="2167" b="1"/>
            </a:lvl2pPr>
            <a:lvl3pPr marL="990570" indent="0">
              <a:buNone/>
              <a:defRPr sz="1950" b="1"/>
            </a:lvl3pPr>
            <a:lvl4pPr marL="1485854" indent="0">
              <a:buNone/>
              <a:defRPr sz="1733" b="1"/>
            </a:lvl4pPr>
            <a:lvl5pPr marL="1981139" indent="0">
              <a:buNone/>
              <a:defRPr sz="1733" b="1"/>
            </a:lvl5pPr>
            <a:lvl6pPr marL="2476424" indent="0">
              <a:buNone/>
              <a:defRPr sz="1733" b="1"/>
            </a:lvl6pPr>
            <a:lvl7pPr marL="2971709" indent="0">
              <a:buNone/>
              <a:defRPr sz="1733" b="1"/>
            </a:lvl7pPr>
            <a:lvl8pPr marL="3466993" indent="0">
              <a:buNone/>
              <a:defRPr sz="1733" b="1"/>
            </a:lvl8pPr>
            <a:lvl9pPr marL="3962278" indent="0">
              <a:buNone/>
              <a:defRPr sz="1733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3618442"/>
            <a:ext cx="4190702" cy="532218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2428347"/>
            <a:ext cx="4211340" cy="119009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5285" indent="0">
              <a:buNone/>
              <a:defRPr sz="2167" b="1"/>
            </a:lvl2pPr>
            <a:lvl3pPr marL="990570" indent="0">
              <a:buNone/>
              <a:defRPr sz="1950" b="1"/>
            </a:lvl3pPr>
            <a:lvl4pPr marL="1485854" indent="0">
              <a:buNone/>
              <a:defRPr sz="1733" b="1"/>
            </a:lvl4pPr>
            <a:lvl5pPr marL="1981139" indent="0">
              <a:buNone/>
              <a:defRPr sz="1733" b="1"/>
            </a:lvl5pPr>
            <a:lvl6pPr marL="2476424" indent="0">
              <a:buNone/>
              <a:defRPr sz="1733" b="1"/>
            </a:lvl6pPr>
            <a:lvl7pPr marL="2971709" indent="0">
              <a:buNone/>
              <a:defRPr sz="1733" b="1"/>
            </a:lvl7pPr>
            <a:lvl8pPr marL="3466993" indent="0">
              <a:buNone/>
              <a:defRPr sz="1733" b="1"/>
            </a:lvl8pPr>
            <a:lvl9pPr marL="3962278" indent="0">
              <a:buNone/>
              <a:defRPr sz="1733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3618442"/>
            <a:ext cx="4211340" cy="532218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A4115-F91D-45E3-B37E-AF122C84A7B7}" type="datetimeFigureOut">
              <a:rPr lang="de-DE" smtClean="0"/>
              <a:t>12.01.2026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E2714-B4AE-4373-BC2E-2259CC2CD7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42243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A4115-F91D-45E3-B37E-AF122C84A7B7}" type="datetimeFigureOut">
              <a:rPr lang="de-DE" smtClean="0"/>
              <a:t>12.01.2026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E2714-B4AE-4373-BC2E-2259CC2CD7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90222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A4115-F91D-45E3-B37E-AF122C84A7B7}" type="datetimeFigureOut">
              <a:rPr lang="de-DE" smtClean="0"/>
              <a:t>12.01.2026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E2714-B4AE-4373-BC2E-2259CC2CD7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44454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660400"/>
            <a:ext cx="3194943" cy="2311400"/>
          </a:xfrm>
        </p:spPr>
        <p:txBody>
          <a:bodyPr anchor="b"/>
          <a:lstStyle>
            <a:lvl1pPr>
              <a:defRPr sz="3467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1426283"/>
            <a:ext cx="5014913" cy="7039681"/>
          </a:xfrm>
        </p:spPr>
        <p:txBody>
          <a:bodyPr/>
          <a:lstStyle>
            <a:lvl1pPr>
              <a:defRPr sz="3467"/>
            </a:lvl1pPr>
            <a:lvl2pPr>
              <a:defRPr sz="3033"/>
            </a:lvl2pPr>
            <a:lvl3pPr>
              <a:defRPr sz="2600"/>
            </a:lvl3pPr>
            <a:lvl4pPr>
              <a:defRPr sz="2167"/>
            </a:lvl4pPr>
            <a:lvl5pPr>
              <a:defRPr sz="2167"/>
            </a:lvl5pPr>
            <a:lvl6pPr>
              <a:defRPr sz="2167"/>
            </a:lvl6pPr>
            <a:lvl7pPr>
              <a:defRPr sz="2167"/>
            </a:lvl7pPr>
            <a:lvl8pPr>
              <a:defRPr sz="2167"/>
            </a:lvl8pPr>
            <a:lvl9pPr>
              <a:defRPr sz="2167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971800"/>
            <a:ext cx="3194943" cy="5505627"/>
          </a:xfrm>
        </p:spPr>
        <p:txBody>
          <a:bodyPr/>
          <a:lstStyle>
            <a:lvl1pPr marL="0" indent="0">
              <a:buNone/>
              <a:defRPr sz="1733"/>
            </a:lvl1pPr>
            <a:lvl2pPr marL="495285" indent="0">
              <a:buNone/>
              <a:defRPr sz="1517"/>
            </a:lvl2pPr>
            <a:lvl3pPr marL="990570" indent="0">
              <a:buNone/>
              <a:defRPr sz="1300"/>
            </a:lvl3pPr>
            <a:lvl4pPr marL="1485854" indent="0">
              <a:buNone/>
              <a:defRPr sz="1083"/>
            </a:lvl4pPr>
            <a:lvl5pPr marL="1981139" indent="0">
              <a:buNone/>
              <a:defRPr sz="1083"/>
            </a:lvl5pPr>
            <a:lvl6pPr marL="2476424" indent="0">
              <a:buNone/>
              <a:defRPr sz="1083"/>
            </a:lvl6pPr>
            <a:lvl7pPr marL="2971709" indent="0">
              <a:buNone/>
              <a:defRPr sz="1083"/>
            </a:lvl7pPr>
            <a:lvl8pPr marL="3466993" indent="0">
              <a:buNone/>
              <a:defRPr sz="1083"/>
            </a:lvl8pPr>
            <a:lvl9pPr marL="3962278" indent="0">
              <a:buNone/>
              <a:defRPr sz="108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A4115-F91D-45E3-B37E-AF122C84A7B7}" type="datetimeFigureOut">
              <a:rPr lang="de-DE" smtClean="0"/>
              <a:t>12.01.2026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E2714-B4AE-4373-BC2E-2259CC2CD7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4109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660400"/>
            <a:ext cx="3194943" cy="2311400"/>
          </a:xfrm>
        </p:spPr>
        <p:txBody>
          <a:bodyPr anchor="b"/>
          <a:lstStyle>
            <a:lvl1pPr>
              <a:defRPr sz="3467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1426283"/>
            <a:ext cx="5014913" cy="7039681"/>
          </a:xfrm>
        </p:spPr>
        <p:txBody>
          <a:bodyPr anchor="t"/>
          <a:lstStyle>
            <a:lvl1pPr marL="0" indent="0">
              <a:buNone/>
              <a:defRPr sz="3467"/>
            </a:lvl1pPr>
            <a:lvl2pPr marL="495285" indent="0">
              <a:buNone/>
              <a:defRPr sz="3033"/>
            </a:lvl2pPr>
            <a:lvl3pPr marL="990570" indent="0">
              <a:buNone/>
              <a:defRPr sz="2600"/>
            </a:lvl3pPr>
            <a:lvl4pPr marL="1485854" indent="0">
              <a:buNone/>
              <a:defRPr sz="2167"/>
            </a:lvl4pPr>
            <a:lvl5pPr marL="1981139" indent="0">
              <a:buNone/>
              <a:defRPr sz="2167"/>
            </a:lvl5pPr>
            <a:lvl6pPr marL="2476424" indent="0">
              <a:buNone/>
              <a:defRPr sz="2167"/>
            </a:lvl6pPr>
            <a:lvl7pPr marL="2971709" indent="0">
              <a:buNone/>
              <a:defRPr sz="2167"/>
            </a:lvl7pPr>
            <a:lvl8pPr marL="3466993" indent="0">
              <a:buNone/>
              <a:defRPr sz="2167"/>
            </a:lvl8pPr>
            <a:lvl9pPr marL="3962278" indent="0">
              <a:buNone/>
              <a:defRPr sz="2167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971800"/>
            <a:ext cx="3194943" cy="5505627"/>
          </a:xfrm>
        </p:spPr>
        <p:txBody>
          <a:bodyPr/>
          <a:lstStyle>
            <a:lvl1pPr marL="0" indent="0">
              <a:buNone/>
              <a:defRPr sz="1733"/>
            </a:lvl1pPr>
            <a:lvl2pPr marL="495285" indent="0">
              <a:buNone/>
              <a:defRPr sz="1517"/>
            </a:lvl2pPr>
            <a:lvl3pPr marL="990570" indent="0">
              <a:buNone/>
              <a:defRPr sz="1300"/>
            </a:lvl3pPr>
            <a:lvl4pPr marL="1485854" indent="0">
              <a:buNone/>
              <a:defRPr sz="1083"/>
            </a:lvl4pPr>
            <a:lvl5pPr marL="1981139" indent="0">
              <a:buNone/>
              <a:defRPr sz="1083"/>
            </a:lvl5pPr>
            <a:lvl6pPr marL="2476424" indent="0">
              <a:buNone/>
              <a:defRPr sz="1083"/>
            </a:lvl6pPr>
            <a:lvl7pPr marL="2971709" indent="0">
              <a:buNone/>
              <a:defRPr sz="1083"/>
            </a:lvl7pPr>
            <a:lvl8pPr marL="3466993" indent="0">
              <a:buNone/>
              <a:defRPr sz="1083"/>
            </a:lvl8pPr>
            <a:lvl9pPr marL="3962278" indent="0">
              <a:buNone/>
              <a:defRPr sz="108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A4115-F91D-45E3-B37E-AF122C84A7B7}" type="datetimeFigureOut">
              <a:rPr lang="de-DE" smtClean="0"/>
              <a:t>12.01.2026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E2714-B4AE-4373-BC2E-2259CC2CD7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77294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A4115-F91D-45E3-B37E-AF122C84A7B7}" type="datetimeFigureOut">
              <a:rPr lang="de-DE" smtClean="0"/>
              <a:t>12.01.2026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E2714-B4AE-4373-BC2E-2259CC2CD7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18553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527403"/>
            <a:ext cx="2135981" cy="8394877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527403"/>
            <a:ext cx="6284119" cy="8394877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A4115-F91D-45E3-B37E-AF122C84A7B7}" type="datetimeFigureOut">
              <a:rPr lang="de-DE" smtClean="0"/>
              <a:t>12.01.2026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E2714-B4AE-4373-BC2E-2259CC2CD7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0013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527405"/>
            <a:ext cx="85439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2637014"/>
            <a:ext cx="85439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9181397"/>
            <a:ext cx="22288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0A4115-F91D-45E3-B37E-AF122C84A7B7}" type="datetimeFigureOut">
              <a:rPr lang="de-DE" smtClean="0"/>
              <a:t>12.01.2026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9181397"/>
            <a:ext cx="33432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9181397"/>
            <a:ext cx="22288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EE2714-B4AE-4373-BC2E-2259CC2CD7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1833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90570" rtl="0" eaLnBrk="1" latinLnBrk="0" hangingPunct="1">
        <a:lnSpc>
          <a:spcPct val="90000"/>
        </a:lnSpc>
        <a:spcBef>
          <a:spcPct val="0"/>
        </a:spcBef>
        <a:buNone/>
        <a:defRPr sz="47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7642" indent="-247642" algn="l" defTabSz="990570" rtl="0" eaLnBrk="1" latinLnBrk="0" hangingPunct="1">
        <a:lnSpc>
          <a:spcPct val="90000"/>
        </a:lnSpc>
        <a:spcBef>
          <a:spcPts val="1083"/>
        </a:spcBef>
        <a:buFont typeface="Arial" panose="020B0604020202020204" pitchFamily="34" charset="0"/>
        <a:buChar char="•"/>
        <a:defRPr sz="3033" kern="1200">
          <a:solidFill>
            <a:schemeClr val="tx1"/>
          </a:solidFill>
          <a:latin typeface="+mn-lt"/>
          <a:ea typeface="+mn-ea"/>
          <a:cs typeface="+mn-cs"/>
        </a:defRPr>
      </a:lvl1pPr>
      <a:lvl2pPr marL="742927" indent="-247642" algn="l" defTabSz="990570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238212" indent="-247642" algn="l" defTabSz="990570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3pPr>
      <a:lvl4pPr marL="1733497" indent="-247642" algn="l" defTabSz="990570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2228781" indent="-247642" algn="l" defTabSz="990570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724066" indent="-247642" algn="l" defTabSz="990570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3219351" indent="-247642" algn="l" defTabSz="990570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714636" indent="-247642" algn="l" defTabSz="990570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4209920" indent="-247642" algn="l" defTabSz="990570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5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70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54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39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24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09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93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78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84107B0F-0951-E93A-9924-484964CFF51F}"/>
              </a:ext>
            </a:extLst>
          </p:cNvPr>
          <p:cNvSpPr/>
          <p:nvPr/>
        </p:nvSpPr>
        <p:spPr>
          <a:xfrm>
            <a:off x="-339634" y="-235131"/>
            <a:ext cx="5292634" cy="518813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0CFE43E2-43F9-DB7D-8203-638AC9C80B7A}"/>
              </a:ext>
            </a:extLst>
          </p:cNvPr>
          <p:cNvSpPr/>
          <p:nvPr/>
        </p:nvSpPr>
        <p:spPr>
          <a:xfrm>
            <a:off x="4953000" y="4953000"/>
            <a:ext cx="5292634" cy="518813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Kreuz 5">
            <a:extLst>
              <a:ext uri="{FF2B5EF4-FFF2-40B4-BE49-F238E27FC236}">
                <a16:creationId xmlns:a16="http://schemas.microsoft.com/office/drawing/2014/main" id="{CAA43484-C40B-E091-E57A-5D70A2752731}"/>
              </a:ext>
            </a:extLst>
          </p:cNvPr>
          <p:cNvSpPr/>
          <p:nvPr/>
        </p:nvSpPr>
        <p:spPr>
          <a:xfrm rot="18910859">
            <a:off x="3862252" y="218562"/>
            <a:ext cx="2181497" cy="2168434"/>
          </a:xfrm>
          <a:prstGeom prst="plus">
            <a:avLst>
              <a:gd name="adj" fmla="val 43563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1682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Benutzerdefiniert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Cornelia Rendigs</dc:creator>
  <cp:lastModifiedBy>Cornelia Rendigs</cp:lastModifiedBy>
  <cp:revision>1</cp:revision>
  <dcterms:created xsi:type="dcterms:W3CDTF">2026-01-12T16:24:23Z</dcterms:created>
  <dcterms:modified xsi:type="dcterms:W3CDTF">2026-01-12T16:27:57Z</dcterms:modified>
</cp:coreProperties>
</file>