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_rels/slide1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9906000" cy="9906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743040" y="1621080"/>
            <a:ext cx="8419680" cy="3448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90720">
              <a:lnSpc>
                <a:spcPct val="90000"/>
              </a:lnSpc>
              <a:buNone/>
            </a:pPr>
            <a:r>
              <a:rPr b="0" lang="de-DE" sz="65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b="0" lang="en-US" sz="65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68112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281400" y="9181440"/>
            <a:ext cx="334296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99624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CF443A2-711A-428A-A060-DBACD769B2A4}" type="slidenum">
              <a: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3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el und vertikaler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81120" y="527400"/>
            <a:ext cx="8543520" cy="191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90720">
              <a:lnSpc>
                <a:spcPct val="90000"/>
              </a:lnSpc>
              <a:buNone/>
            </a:pPr>
            <a:r>
              <a:rPr b="0" lang="de-DE" sz="477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b="0" lang="en-US" sz="477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81120" y="2637000"/>
            <a:ext cx="8543520" cy="628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47680" indent="-247680" defTabSz="990720">
              <a:lnSpc>
                <a:spcPct val="90000"/>
              </a:lnSpc>
              <a:spcBef>
                <a:spcPts val="1083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304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b="0" lang="en-US" sz="304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74304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6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b="0" lang="en-US" sz="26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23804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17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b="0" lang="en-US" sz="217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73340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5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b="0" lang="en-US" sz="195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22876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5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b="0" lang="en-US" sz="195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dt" idx="4"/>
          </p:nvPr>
        </p:nvSpPr>
        <p:spPr>
          <a:xfrm>
            <a:off x="68112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ftr" idx="5"/>
          </p:nvPr>
        </p:nvSpPr>
        <p:spPr>
          <a:xfrm>
            <a:off x="3281400" y="9181440"/>
            <a:ext cx="334296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sldNum" idx="6"/>
          </p:nvPr>
        </p:nvSpPr>
        <p:spPr>
          <a:xfrm>
            <a:off x="699624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666E65C-85C2-405A-A301-A7BF4F8059BF}" type="slidenum">
              <a: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3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kaler Titel u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7089120" y="527400"/>
            <a:ext cx="2135520" cy="839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90720">
              <a:lnSpc>
                <a:spcPct val="90000"/>
              </a:lnSpc>
              <a:buNone/>
            </a:pPr>
            <a:r>
              <a:rPr b="0" lang="de-DE" sz="477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b="0" lang="en-US" sz="477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81120" y="527400"/>
            <a:ext cx="6283800" cy="839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47680" indent="-247680" defTabSz="990720">
              <a:lnSpc>
                <a:spcPct val="90000"/>
              </a:lnSpc>
              <a:spcBef>
                <a:spcPts val="1083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304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b="0" lang="en-US" sz="304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74304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6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b="0" lang="en-US" sz="26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23804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17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b="0" lang="en-US" sz="217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73340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5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b="0" lang="en-US" sz="195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22876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5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b="0" lang="en-US" sz="195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7"/>
          </p:nvPr>
        </p:nvSpPr>
        <p:spPr>
          <a:xfrm>
            <a:off x="68112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8"/>
          </p:nvPr>
        </p:nvSpPr>
        <p:spPr>
          <a:xfrm>
            <a:off x="3281400" y="9181440"/>
            <a:ext cx="334296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sldNum" idx="9"/>
          </p:nvPr>
        </p:nvSpPr>
        <p:spPr>
          <a:xfrm>
            <a:off x="699624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AF6488E-F648-4B14-866A-53B873B09016}" type="slidenum">
              <a: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3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el und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1120" y="527400"/>
            <a:ext cx="8543520" cy="191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90720">
              <a:lnSpc>
                <a:spcPct val="90000"/>
              </a:lnSpc>
              <a:buNone/>
            </a:pPr>
            <a:r>
              <a:rPr b="0" lang="de-DE" sz="477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b="0" lang="en-US" sz="477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81120" y="2637000"/>
            <a:ext cx="8543520" cy="628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47680" indent="-247680" defTabSz="990720">
              <a:lnSpc>
                <a:spcPct val="90000"/>
              </a:lnSpc>
              <a:spcBef>
                <a:spcPts val="1083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304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b="0" lang="en-US" sz="304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74304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6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b="0" lang="en-US" sz="26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23804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17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b="0" lang="en-US" sz="217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73340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5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b="0" lang="en-US" sz="195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22876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5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b="0" lang="en-US" sz="195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10"/>
          </p:nvPr>
        </p:nvSpPr>
        <p:spPr>
          <a:xfrm>
            <a:off x="68112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11"/>
          </p:nvPr>
        </p:nvSpPr>
        <p:spPr>
          <a:xfrm>
            <a:off x="3281400" y="9181440"/>
            <a:ext cx="334296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sldNum" idx="12"/>
          </p:nvPr>
        </p:nvSpPr>
        <p:spPr>
          <a:xfrm>
            <a:off x="699624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20A5E92-5FFB-4223-952B-D6DC419A2CBD}" type="slidenum">
              <a: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3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-&#10;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75720" y="2469600"/>
            <a:ext cx="8543520" cy="412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90720">
              <a:lnSpc>
                <a:spcPct val="90000"/>
              </a:lnSpc>
              <a:buNone/>
            </a:pPr>
            <a:r>
              <a:rPr b="0" lang="de-DE" sz="65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b="0" lang="en-US" sz="65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75720" y="6629400"/>
            <a:ext cx="8543520" cy="216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90720">
              <a:lnSpc>
                <a:spcPct val="90000"/>
              </a:lnSpc>
              <a:spcBef>
                <a:spcPts val="1083"/>
              </a:spcBef>
              <a:buNone/>
              <a:tabLst>
                <a:tab algn="l" pos="0"/>
              </a:tabLst>
            </a:pPr>
            <a:r>
              <a:rPr b="0" lang="de-DE" sz="26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Mastertextformat bearbeiten</a:t>
            </a:r>
            <a:endParaRPr b="0" lang="en-US" sz="26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3"/>
          </p:nvPr>
        </p:nvSpPr>
        <p:spPr>
          <a:xfrm>
            <a:off x="68112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ftr" idx="14"/>
          </p:nvPr>
        </p:nvSpPr>
        <p:spPr>
          <a:xfrm>
            <a:off x="3281400" y="9181440"/>
            <a:ext cx="334296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sldNum" idx="15"/>
          </p:nvPr>
        </p:nvSpPr>
        <p:spPr>
          <a:xfrm>
            <a:off x="699624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0E766DE-0CD0-4982-BAA9-006AB2CFDBD1}" type="slidenum">
              <a: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3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81120" y="527400"/>
            <a:ext cx="8543520" cy="191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90720">
              <a:lnSpc>
                <a:spcPct val="90000"/>
              </a:lnSpc>
              <a:buNone/>
            </a:pPr>
            <a:r>
              <a:rPr b="0" lang="de-DE" sz="477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b="0" lang="en-US" sz="477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681120" y="2637000"/>
            <a:ext cx="4209840" cy="628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47680" indent="-247680" defTabSz="990720">
              <a:lnSpc>
                <a:spcPct val="90000"/>
              </a:lnSpc>
              <a:spcBef>
                <a:spcPts val="1083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304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b="0" lang="en-US" sz="304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74304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6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b="0" lang="en-US" sz="26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23804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17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b="0" lang="en-US" sz="217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73340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5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b="0" lang="en-US" sz="195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22876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5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b="0" lang="en-US" sz="195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5014800" y="2637000"/>
            <a:ext cx="4209840" cy="628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47680" indent="-247680" defTabSz="990720">
              <a:lnSpc>
                <a:spcPct val="90000"/>
              </a:lnSpc>
              <a:spcBef>
                <a:spcPts val="1083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304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b="0" lang="en-US" sz="304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74304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6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b="0" lang="en-US" sz="26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23804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17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b="0" lang="en-US" sz="217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73340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5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b="0" lang="en-US" sz="195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22876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5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b="0" lang="en-US" sz="195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dt" idx="16"/>
          </p:nvPr>
        </p:nvSpPr>
        <p:spPr>
          <a:xfrm>
            <a:off x="68112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ftr" idx="17"/>
          </p:nvPr>
        </p:nvSpPr>
        <p:spPr>
          <a:xfrm>
            <a:off x="3281400" y="9181440"/>
            <a:ext cx="334296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sldNum" idx="18"/>
          </p:nvPr>
        </p:nvSpPr>
        <p:spPr>
          <a:xfrm>
            <a:off x="699624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16DDDD6-6CC7-4CAA-9A9B-72CF8FBFAE55}" type="slidenum">
              <a: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3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ergleich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82200" y="527400"/>
            <a:ext cx="8543520" cy="191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90720">
              <a:lnSpc>
                <a:spcPct val="90000"/>
              </a:lnSpc>
              <a:buNone/>
            </a:pPr>
            <a:r>
              <a:rPr b="0" lang="de-DE" sz="477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b="0" lang="en-US" sz="477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682200" y="2428200"/>
            <a:ext cx="4190400" cy="118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90720">
              <a:lnSpc>
                <a:spcPct val="90000"/>
              </a:lnSpc>
              <a:spcBef>
                <a:spcPts val="1083"/>
              </a:spcBef>
              <a:buNone/>
              <a:tabLst>
                <a:tab algn="l" pos="0"/>
              </a:tabLst>
            </a:pPr>
            <a:r>
              <a:rPr b="1" lang="de-DE" sz="26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b="0" lang="en-US" sz="26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682200" y="3618360"/>
            <a:ext cx="4190400" cy="532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47680" indent="-247680" defTabSz="990720">
              <a:lnSpc>
                <a:spcPct val="90000"/>
              </a:lnSpc>
              <a:spcBef>
                <a:spcPts val="1083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304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b="0" lang="en-US" sz="304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74304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6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b="0" lang="en-US" sz="26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23804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17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b="0" lang="en-US" sz="217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73340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5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b="0" lang="en-US" sz="195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22876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5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b="0" lang="en-US" sz="195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5014800" y="2428200"/>
            <a:ext cx="4210920" cy="118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90720">
              <a:lnSpc>
                <a:spcPct val="90000"/>
              </a:lnSpc>
              <a:spcBef>
                <a:spcPts val="1083"/>
              </a:spcBef>
              <a:buNone/>
              <a:tabLst>
                <a:tab algn="l" pos="0"/>
              </a:tabLst>
            </a:pPr>
            <a:r>
              <a:rPr b="1" lang="de-DE" sz="26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b="0" lang="en-US" sz="26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5014800" y="3618360"/>
            <a:ext cx="4210920" cy="532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47680" indent="-247680" defTabSz="990720">
              <a:lnSpc>
                <a:spcPct val="90000"/>
              </a:lnSpc>
              <a:spcBef>
                <a:spcPts val="1083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304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b="0" lang="en-US" sz="304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74304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6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b="0" lang="en-US" sz="26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23804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17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b="0" lang="en-US" sz="217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73340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5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b="0" lang="en-US" sz="195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22876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5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b="0" lang="en-US" sz="195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dt" idx="19"/>
          </p:nvPr>
        </p:nvSpPr>
        <p:spPr>
          <a:xfrm>
            <a:off x="68112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ftr" idx="20"/>
          </p:nvPr>
        </p:nvSpPr>
        <p:spPr>
          <a:xfrm>
            <a:off x="3281400" y="9181440"/>
            <a:ext cx="334296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8"/>
          <p:cNvSpPr>
            <a:spLocks noGrp="1"/>
          </p:cNvSpPr>
          <p:nvPr>
            <p:ph type="sldNum" idx="21"/>
          </p:nvPr>
        </p:nvSpPr>
        <p:spPr>
          <a:xfrm>
            <a:off x="699624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7EE5E07-6264-4E0A-B51F-9680F542E161}" type="slidenum">
              <a: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3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Nur 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81120" y="527400"/>
            <a:ext cx="8543520" cy="191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90720">
              <a:lnSpc>
                <a:spcPct val="90000"/>
              </a:lnSpc>
              <a:buNone/>
            </a:pPr>
            <a:r>
              <a:rPr b="0" lang="de-DE" sz="477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b="0" lang="en-US" sz="477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dt" idx="22"/>
          </p:nvPr>
        </p:nvSpPr>
        <p:spPr>
          <a:xfrm>
            <a:off x="68112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ftr" idx="23"/>
          </p:nvPr>
        </p:nvSpPr>
        <p:spPr>
          <a:xfrm>
            <a:off x="3281400" y="9181440"/>
            <a:ext cx="334296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sldNum" idx="24"/>
          </p:nvPr>
        </p:nvSpPr>
        <p:spPr>
          <a:xfrm>
            <a:off x="699624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E977761-6346-4284-83CA-443C3307C9C4}" type="slidenum">
              <a: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3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dt" idx="25"/>
          </p:nvPr>
        </p:nvSpPr>
        <p:spPr>
          <a:xfrm>
            <a:off x="68112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ftr" idx="26"/>
          </p:nvPr>
        </p:nvSpPr>
        <p:spPr>
          <a:xfrm>
            <a:off x="3281400" y="9181440"/>
            <a:ext cx="334296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sldNum" idx="27"/>
          </p:nvPr>
        </p:nvSpPr>
        <p:spPr>
          <a:xfrm>
            <a:off x="699624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598BE80-09E5-4E77-ADB2-9B26DA4DB480}" type="slidenum">
              <a: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3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mit 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82200" y="660240"/>
            <a:ext cx="3194640" cy="231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90720">
              <a:lnSpc>
                <a:spcPct val="90000"/>
              </a:lnSpc>
              <a:buNone/>
            </a:pPr>
            <a:r>
              <a:rPr b="0" lang="de-DE" sz="3459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b="0" lang="en-US" sz="3459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211280" y="1426320"/>
            <a:ext cx="5014440" cy="703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47680" indent="-247680" defTabSz="990720">
              <a:lnSpc>
                <a:spcPct val="90000"/>
              </a:lnSpc>
              <a:spcBef>
                <a:spcPts val="1083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3459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b="0" lang="en-US" sz="3459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74304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304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b="0" lang="en-US" sz="304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23804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6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b="0" lang="en-US" sz="26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73340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17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b="0" lang="en-US" sz="217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228760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17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b="0" lang="en-US" sz="217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682200" y="2971800"/>
            <a:ext cx="3194640" cy="550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90720">
              <a:lnSpc>
                <a:spcPct val="90000"/>
              </a:lnSpc>
              <a:spcBef>
                <a:spcPts val="1083"/>
              </a:spcBef>
              <a:buNone/>
              <a:tabLst>
                <a:tab algn="l" pos="0"/>
              </a:tabLst>
            </a:pPr>
            <a:r>
              <a:rPr b="0" lang="de-DE" sz="1729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b="0" lang="en-US" sz="1729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68112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281400" y="9181440"/>
            <a:ext cx="334296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99624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09F60DA-E785-48C8-8DB2-79E000687EE3}" type="slidenum">
              <a: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3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ld mit 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82200" y="660240"/>
            <a:ext cx="3194640" cy="231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90720">
              <a:lnSpc>
                <a:spcPct val="90000"/>
              </a:lnSpc>
              <a:buNone/>
            </a:pPr>
            <a:r>
              <a:rPr b="0" lang="de-DE" sz="3459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b="0" lang="en-US" sz="3459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211280" y="1426320"/>
            <a:ext cx="5014440" cy="7039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3459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Bild durch Klicken auf Symbol hinzufügen</a:t>
            </a:r>
            <a:endParaRPr b="0" lang="en-US" sz="3459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682200" y="2971800"/>
            <a:ext cx="3194640" cy="550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90720">
              <a:lnSpc>
                <a:spcPct val="90000"/>
              </a:lnSpc>
              <a:spcBef>
                <a:spcPts val="1083"/>
              </a:spcBef>
              <a:buNone/>
              <a:tabLst>
                <a:tab algn="l" pos="0"/>
              </a:tabLst>
            </a:pPr>
            <a:r>
              <a:rPr b="0" lang="de-DE" sz="1729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b="0" lang="en-US" sz="1729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dt" idx="31"/>
          </p:nvPr>
        </p:nvSpPr>
        <p:spPr>
          <a:xfrm>
            <a:off x="68112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ftr" idx="32"/>
          </p:nvPr>
        </p:nvSpPr>
        <p:spPr>
          <a:xfrm>
            <a:off x="3281400" y="9181440"/>
            <a:ext cx="334296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sldNum" idx="33"/>
          </p:nvPr>
        </p:nvSpPr>
        <p:spPr>
          <a:xfrm>
            <a:off x="699624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E39AAEC-4D9E-4434-A4DA-44E6F8F8F8E2}" type="slidenum">
              <a:rPr b="0" lang="de-DE" sz="13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3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hteck 3"/>
          <p:cNvSpPr/>
          <p:nvPr/>
        </p:nvSpPr>
        <p:spPr>
          <a:xfrm>
            <a:off x="-339480" y="-235080"/>
            <a:ext cx="5292360" cy="51876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de-D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8" name="Rechteck 4"/>
          <p:cNvSpPr/>
          <p:nvPr/>
        </p:nvSpPr>
        <p:spPr>
          <a:xfrm>
            <a:off x="4952880" y="4952880"/>
            <a:ext cx="5292360" cy="51876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de-D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9" name="Kreuz 5"/>
          <p:cNvSpPr/>
          <p:nvPr/>
        </p:nvSpPr>
        <p:spPr>
          <a:xfrm rot="18910800">
            <a:off x="3868920" y="-87840"/>
            <a:ext cx="2181240" cy="2167920"/>
          </a:xfrm>
          <a:prstGeom prst="plus">
            <a:avLst>
              <a:gd name="adj" fmla="val 47112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de-D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</TotalTime>
  <Application>LibreOffice/25.2.7.2$Windows_X86_64 LibreOffice_project/5cbfd1ab6520636bb5f7b99185aa69bd7456825d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2026-01-12T16:24:23Z</dcterms:created>
  <dc:creator>Cornelia Rendigs</dc:creator>
  <dc:description/>
  <dc:language>en-US</dc:language>
  <cp:lastModifiedBy/>
  <dcterms:modified xsi:type="dcterms:W3CDTF">2026-01-19T12:42:39Z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Benutzerdefiniert</vt:lpwstr>
  </property>
  <property fmtid="{D5CDD505-2E9C-101B-9397-08002B2CF9AE}" pid="3" name="Slides">
    <vt:i4>1</vt:i4>
  </property>
</Properties>
</file>