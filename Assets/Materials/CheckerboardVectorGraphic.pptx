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906000" cy="9906000"/>
  <p:notesSz cx="7559675" cy="106918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400" d="100"/>
          <a:sy n="400" d="100"/>
        </p:scale>
        <p:origin x="-9009" y="2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43040" y="1621080"/>
            <a:ext cx="8419680" cy="344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90720">
              <a:lnSpc>
                <a:spcPct val="90000"/>
              </a:lnSpc>
              <a:buNone/>
            </a:pPr>
            <a:r>
              <a:rPr lang="de-DE" sz="65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en-US" sz="6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CF443A2-711A-428A-A060-DBACD769B2A4}" type="slidenum"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‹Nr.›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81120" y="527400"/>
            <a:ext cx="8543520" cy="191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90720">
              <a:lnSpc>
                <a:spcPct val="90000"/>
              </a:lnSpc>
              <a:buNone/>
            </a:pPr>
            <a:r>
              <a:rPr lang="de-DE" sz="477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en-US" sz="477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81120" y="2637000"/>
            <a:ext cx="8543520" cy="62848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47680" indent="-247680" defTabSz="990720">
              <a:lnSpc>
                <a:spcPct val="90000"/>
              </a:lnSpc>
              <a:spcBef>
                <a:spcPts val="1083"/>
              </a:spcBef>
              <a:buClr>
                <a:srgbClr val="000000"/>
              </a:buClr>
              <a:buFont typeface="Arial"/>
              <a:buChar char="•"/>
            </a:pPr>
            <a:r>
              <a:rPr lang="de-DE" sz="304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en-US" sz="304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743040" lvl="1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38040" lvl="2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7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33400" lvl="3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en-US" sz="195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28760" lvl="4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en-US" sz="195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4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ftr" idx="5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66E65C-85C2-405A-A301-A7BF4F8059BF}" type="slidenum"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‹Nr.›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7089120" y="527400"/>
            <a:ext cx="2135520" cy="8394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defTabSz="990720">
              <a:lnSpc>
                <a:spcPct val="90000"/>
              </a:lnSpc>
              <a:buNone/>
            </a:pPr>
            <a:r>
              <a:rPr lang="de-DE" sz="477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en-US" sz="477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81120" y="527400"/>
            <a:ext cx="6283800" cy="8394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47680" indent="-247680" defTabSz="990720">
              <a:lnSpc>
                <a:spcPct val="90000"/>
              </a:lnSpc>
              <a:spcBef>
                <a:spcPts val="1083"/>
              </a:spcBef>
              <a:buClr>
                <a:srgbClr val="000000"/>
              </a:buClr>
              <a:buFont typeface="Arial"/>
              <a:buChar char="•"/>
            </a:pPr>
            <a:r>
              <a:rPr lang="de-DE" sz="304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en-US" sz="304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743040" lvl="1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38040" lvl="2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7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33400" lvl="3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en-US" sz="195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28760" lvl="4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en-US" sz="195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7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8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sldNum" idx="9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AF6488E-F648-4B14-866A-53B873B09016}" type="slidenum"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‹Nr.›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1120" y="527400"/>
            <a:ext cx="8543520" cy="191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90720">
              <a:lnSpc>
                <a:spcPct val="90000"/>
              </a:lnSpc>
              <a:buNone/>
            </a:pPr>
            <a:r>
              <a:rPr lang="de-DE" sz="477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en-US" sz="477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81120" y="2637000"/>
            <a:ext cx="8543520" cy="628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47680" indent="-247680" defTabSz="990720">
              <a:lnSpc>
                <a:spcPct val="90000"/>
              </a:lnSpc>
              <a:spcBef>
                <a:spcPts val="1083"/>
              </a:spcBef>
              <a:buClr>
                <a:srgbClr val="000000"/>
              </a:buClr>
              <a:buFont typeface="Arial"/>
              <a:buChar char="•"/>
            </a:pPr>
            <a:r>
              <a:rPr lang="de-DE" sz="304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en-US" sz="304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743040" lvl="1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38040" lvl="2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7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33400" lvl="3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en-US" sz="195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28760" lvl="4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en-US" sz="195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10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11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8" name="PlaceHolder 5"/>
          <p:cNvSpPr>
            <a:spLocks noGrp="1"/>
          </p:cNvSpPr>
          <p:nvPr>
            <p:ph type="sldNum" idx="12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20A5E92-5FFB-4223-952B-D6DC419A2CBD}" type="slidenum"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‹Nr.›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bschnitts-&#10;überschrif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75720" y="2469600"/>
            <a:ext cx="8543520" cy="4120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90720">
              <a:lnSpc>
                <a:spcPct val="90000"/>
              </a:lnSpc>
              <a:buNone/>
            </a:pPr>
            <a:r>
              <a:rPr lang="de-DE" sz="65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en-US" sz="6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75720" y="6629400"/>
            <a:ext cx="8543520" cy="216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90720">
              <a:lnSpc>
                <a:spcPct val="90000"/>
              </a:lnSpc>
              <a:spcBef>
                <a:spcPts val="1083"/>
              </a:spcBef>
              <a:buNone/>
              <a:tabLst>
                <a:tab pos="0" algn="l"/>
              </a:tabLst>
            </a:pPr>
            <a:r>
              <a:rPr lang="de-DE" sz="26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Mastertextformat bearbeiten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3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4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sldNum" idx="15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0E766DE-0CD0-4982-BAA9-006AB2CFDBD1}" type="slidenum"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‹Nr.›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81120" y="527400"/>
            <a:ext cx="8543520" cy="191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90720">
              <a:lnSpc>
                <a:spcPct val="90000"/>
              </a:lnSpc>
              <a:buNone/>
            </a:pPr>
            <a:r>
              <a:rPr lang="de-DE" sz="477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en-US" sz="477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681120" y="2637000"/>
            <a:ext cx="4209840" cy="628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47680" indent="-247680" defTabSz="990720">
              <a:lnSpc>
                <a:spcPct val="90000"/>
              </a:lnSpc>
              <a:spcBef>
                <a:spcPts val="1083"/>
              </a:spcBef>
              <a:buClr>
                <a:srgbClr val="000000"/>
              </a:buClr>
              <a:buFont typeface="Arial"/>
              <a:buChar char="•"/>
            </a:pPr>
            <a:r>
              <a:rPr lang="de-DE" sz="304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en-US" sz="304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743040" lvl="1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38040" lvl="2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7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33400" lvl="3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en-US" sz="195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28760" lvl="4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en-US" sz="195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5014800" y="2637000"/>
            <a:ext cx="4209840" cy="628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47680" indent="-247680" defTabSz="990720">
              <a:lnSpc>
                <a:spcPct val="90000"/>
              </a:lnSpc>
              <a:spcBef>
                <a:spcPts val="1083"/>
              </a:spcBef>
              <a:buClr>
                <a:srgbClr val="000000"/>
              </a:buClr>
              <a:buFont typeface="Arial"/>
              <a:buChar char="•"/>
            </a:pPr>
            <a:r>
              <a:rPr lang="de-DE" sz="304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en-US" sz="304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743040" lvl="1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38040" lvl="2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7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33400" lvl="3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en-US" sz="195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28760" lvl="4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en-US" sz="195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16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7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9" name="PlaceHolder 6"/>
          <p:cNvSpPr>
            <a:spLocks noGrp="1"/>
          </p:cNvSpPr>
          <p:nvPr>
            <p:ph type="sldNum" idx="18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16DDDD6-6CC7-4CAA-9A9B-72CF8FBFAE55}" type="slidenum"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‹Nr.›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ergleich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82200" y="527400"/>
            <a:ext cx="8543520" cy="191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90720">
              <a:lnSpc>
                <a:spcPct val="90000"/>
              </a:lnSpc>
              <a:buNone/>
            </a:pPr>
            <a:r>
              <a:rPr lang="de-DE" sz="477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en-US" sz="477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682200" y="2428200"/>
            <a:ext cx="4190400" cy="118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90720">
              <a:lnSpc>
                <a:spcPct val="90000"/>
              </a:lnSpc>
              <a:spcBef>
                <a:spcPts val="1083"/>
              </a:spcBef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82200" y="3618360"/>
            <a:ext cx="4190400" cy="532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47680" indent="-247680" defTabSz="990720">
              <a:lnSpc>
                <a:spcPct val="90000"/>
              </a:lnSpc>
              <a:spcBef>
                <a:spcPts val="1083"/>
              </a:spcBef>
              <a:buClr>
                <a:srgbClr val="000000"/>
              </a:buClr>
              <a:buFont typeface="Arial"/>
              <a:buChar char="•"/>
            </a:pPr>
            <a:r>
              <a:rPr lang="de-DE" sz="304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en-US" sz="304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743040" lvl="1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38040" lvl="2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7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33400" lvl="3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en-US" sz="195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28760" lvl="4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en-US" sz="195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5014800" y="2428200"/>
            <a:ext cx="4210920" cy="118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90720">
              <a:lnSpc>
                <a:spcPct val="90000"/>
              </a:lnSpc>
              <a:spcBef>
                <a:spcPts val="1083"/>
              </a:spcBef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5014800" y="3618360"/>
            <a:ext cx="4210920" cy="532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47680" indent="-247680" defTabSz="990720">
              <a:lnSpc>
                <a:spcPct val="90000"/>
              </a:lnSpc>
              <a:spcBef>
                <a:spcPts val="1083"/>
              </a:spcBef>
              <a:buClr>
                <a:srgbClr val="000000"/>
              </a:buClr>
              <a:buFont typeface="Arial"/>
              <a:buChar char="•"/>
            </a:pPr>
            <a:r>
              <a:rPr lang="de-DE" sz="304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en-US" sz="304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743040" lvl="1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38040" lvl="2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7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33400" lvl="3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en-US" sz="195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28760" lvl="4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en-US" sz="195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dt" idx="19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ftr" idx="20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7" name="PlaceHolder 8"/>
          <p:cNvSpPr>
            <a:spLocks noGrp="1"/>
          </p:cNvSpPr>
          <p:nvPr>
            <p:ph type="sldNum" idx="21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7EE5E07-6264-4E0A-B51F-9680F542E161}" type="slidenum"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‹Nr.›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81120" y="527400"/>
            <a:ext cx="8543520" cy="191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90720">
              <a:lnSpc>
                <a:spcPct val="90000"/>
              </a:lnSpc>
              <a:buNone/>
            </a:pPr>
            <a:r>
              <a:rPr lang="de-DE" sz="477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en-US" sz="477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dt" idx="22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3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1" name="PlaceHolder 4"/>
          <p:cNvSpPr>
            <a:spLocks noGrp="1"/>
          </p:cNvSpPr>
          <p:nvPr>
            <p:ph type="sldNum" idx="24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E977761-6346-4284-83CA-443C3307C9C4}" type="slidenum"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‹Nr.›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dt" idx="25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6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4" name="PlaceHolder 3"/>
          <p:cNvSpPr>
            <a:spLocks noGrp="1"/>
          </p:cNvSpPr>
          <p:nvPr>
            <p:ph type="sldNum" idx="27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598BE80-09E5-4E77-ADB2-9B26DA4DB480}" type="slidenum"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‹Nr.›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nhalt mit Überschrif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82200" y="660240"/>
            <a:ext cx="3194640" cy="2311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90720">
              <a:lnSpc>
                <a:spcPct val="90000"/>
              </a:lnSpc>
              <a:buNone/>
            </a:pPr>
            <a:r>
              <a:rPr lang="de-DE" sz="3459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en-US" sz="3459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211280" y="1426320"/>
            <a:ext cx="5014440" cy="703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47680" indent="-247680" defTabSz="990720">
              <a:lnSpc>
                <a:spcPct val="90000"/>
              </a:lnSpc>
              <a:spcBef>
                <a:spcPts val="1083"/>
              </a:spcBef>
              <a:buClr>
                <a:srgbClr val="000000"/>
              </a:buClr>
              <a:buFont typeface="Arial"/>
              <a:buChar char="•"/>
            </a:pPr>
            <a:r>
              <a:rPr lang="de-DE" sz="3459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en-US" sz="3459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743040" lvl="1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304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en-US" sz="304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38040" lvl="2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33400" lvl="3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7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28760" lvl="4" indent="-247680" defTabSz="990720">
              <a:lnSpc>
                <a:spcPct val="90000"/>
              </a:lnSpc>
              <a:spcBef>
                <a:spcPts val="54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7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en-US" sz="217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682200" y="2971800"/>
            <a:ext cx="3194640" cy="550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90720">
              <a:lnSpc>
                <a:spcPct val="90000"/>
              </a:lnSpc>
              <a:spcBef>
                <a:spcPts val="1083"/>
              </a:spcBef>
              <a:buNone/>
              <a:tabLst>
                <a:tab pos="0" algn="l"/>
              </a:tabLst>
            </a:pPr>
            <a:r>
              <a:rPr lang="de-DE" sz="1729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en-US" sz="1729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09F60DA-E785-48C8-8DB2-79E000687EE3}" type="slidenum"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‹Nr.›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ld mit Überschrif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82200" y="660240"/>
            <a:ext cx="3194640" cy="2311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90720">
              <a:lnSpc>
                <a:spcPct val="90000"/>
              </a:lnSpc>
              <a:buNone/>
            </a:pPr>
            <a:r>
              <a:rPr lang="de-DE" sz="3459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en-US" sz="3459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211280" y="1426320"/>
            <a:ext cx="5014440" cy="7039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459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Bild durch Klicken auf Symbol hinzufügen</a:t>
            </a:r>
            <a:endParaRPr lang="en-US" sz="3459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682200" y="2971800"/>
            <a:ext cx="3194640" cy="550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90720">
              <a:lnSpc>
                <a:spcPct val="90000"/>
              </a:lnSpc>
              <a:spcBef>
                <a:spcPts val="1083"/>
              </a:spcBef>
              <a:buNone/>
              <a:tabLst>
                <a:tab pos="0" algn="l"/>
              </a:tabLst>
            </a:pPr>
            <a:r>
              <a:rPr lang="de-DE" sz="1729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en-US" sz="1729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31"/>
          </p:nvPr>
        </p:nvSpPr>
        <p:spPr>
          <a:xfrm>
            <a:off x="68112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32"/>
          </p:nvPr>
        </p:nvSpPr>
        <p:spPr>
          <a:xfrm>
            <a:off x="3281400" y="9181440"/>
            <a:ext cx="334296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6" name="PlaceHolder 6"/>
          <p:cNvSpPr>
            <a:spLocks noGrp="1"/>
          </p:cNvSpPr>
          <p:nvPr>
            <p:ph type="sldNum" idx="33"/>
          </p:nvPr>
        </p:nvSpPr>
        <p:spPr>
          <a:xfrm>
            <a:off x="6996240" y="9181440"/>
            <a:ext cx="2228400" cy="52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E39AAEC-4D9E-4434-A4DA-44E6F8F8F8E2}" type="slidenum">
              <a:rPr lang="de-DE" sz="13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‹Nr.›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hteck 3"/>
          <p:cNvSpPr/>
          <p:nvPr/>
        </p:nvSpPr>
        <p:spPr>
          <a:xfrm>
            <a:off x="-339480" y="-235080"/>
            <a:ext cx="5292360" cy="51876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8" name="Rechteck 4"/>
          <p:cNvSpPr/>
          <p:nvPr/>
        </p:nvSpPr>
        <p:spPr>
          <a:xfrm>
            <a:off x="4952880" y="4952880"/>
            <a:ext cx="5292360" cy="51876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48C1A175-6617-6159-5B3A-C4B2160E141B}"/>
              </a:ext>
            </a:extLst>
          </p:cNvPr>
          <p:cNvSpPr/>
          <p:nvPr/>
        </p:nvSpPr>
        <p:spPr>
          <a:xfrm>
            <a:off x="4871217" y="-92877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Benutzerdefiniert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Cornelia Rendigs</dc:creator>
  <dc:description/>
  <cp:lastModifiedBy>Cornelia Rendigs</cp:lastModifiedBy>
  <cp:revision>4</cp:revision>
  <dcterms:created xsi:type="dcterms:W3CDTF">2026-01-12T16:24:23Z</dcterms:created>
  <dcterms:modified xsi:type="dcterms:W3CDTF">2026-01-20T10:17:40Z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Benutzerdefiniert</vt:lpwstr>
  </property>
  <property fmtid="{D5CDD505-2E9C-101B-9397-08002B2CF9AE}" pid="3" name="Slides">
    <vt:i4>1</vt:i4>
  </property>
</Properties>
</file>